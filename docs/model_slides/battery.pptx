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1111A"/>
                </a:solidFill>
              </a:rPr>
              <a:t>Battery — design &amp; status</a:t>
            </a:r>
          </a:p>
          <a:p>
            <a:r>
              <a:rPr sz="1200">
                <a:solidFill>
                  <a:srgbClr val="52514E"/>
                </a:solidFill>
              </a:rPr>
              <a:t>Evaluation is blocked before any score or confusion matrix exists</a:t>
            </a:r>
          </a:p>
        </p:txBody>
      </p:sp>
      <p:pic>
        <p:nvPicPr>
          <p:cNvPr id="3" name="Picture 2" descr="fig_battery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2576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A78D6"/>
                </a:solidFill>
              </a:rPr>
              <a:t>Takeaways</a:t>
            </a:r>
          </a:p>
          <a:p>
            <a:r>
              <a:rPr sz="1050">
                <a:solidFill>
                  <a:srgbClr val="11111A"/>
                </a:solidFill>
              </a:rPr>
              <a:t>•  Design: reuses the PV pipeline's I/O + PU learner (Elkan–Noto); contrast is battery vs PV-without-battery, not vs the general population — 96% of GIGI battery households also have PV, so a population-wide model would just relearn “has PV”</a:t>
            </a:r>
          </a:p>
          <a:p>
            <a:r>
              <a:rPr sz="1050">
                <a:solidFill>
                  <a:srgbClr val="11111A"/>
                </a:solidFill>
              </a:rPr>
              <a:t>•  Intended feature families (literature-grounded, not yet scored): zero-import / flat-interval plateaus, feed-in shaping (delayed &amp; clipped export), ramp smoothing, evening-zero → step recovery, charge/discharge energy-balance check (η≈0.80–0.95)</a:t>
            </a:r>
          </a:p>
          <a:p>
            <a:r>
              <a:rPr sz="1050">
                <a:solidFill>
                  <a:srgbClr val="11111A"/>
                </a:solidFill>
              </a:rPr>
              <a:t>•  82 GIGI “no battery” households are a held-out audit set, never used as training negatives</a:t>
            </a:r>
          </a:p>
          <a:p>
            <a:r>
              <a:rPr sz="1050">
                <a:solidFill>
                  <a:srgbClr val="11111A"/>
                </a:solidFill>
              </a:rPr>
              <a:t>•  Universe gate (label-blind) requires ≥95% of known-battery households to show any export energy; current exports give 93.7% (208/222) — pipeline halted per spec rather than weakening the gate or fabricating a result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