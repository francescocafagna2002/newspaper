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Battery — design &amp; status</a:t>
            </a:r>
          </a:p>
          <a:p>
            <a:r>
              <a:rPr sz="1200">
                <a:solidFill>
                  <a:srgbClr val="52514E"/>
                </a:solidFill>
              </a:rPr>
              <a:t>Universe-gate bug found &amp; fixed (2026-09-11) — still no score or confusion matrix, for a different reason now</a:t>
            </a:r>
          </a:p>
        </p:txBody>
      </p:sp>
      <p:pic>
        <p:nvPicPr>
          <p:cNvPr id="3" name="Picture 2" descr="fig_battery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2576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46304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2A78D6"/>
                </a:solidFill>
              </a:rPr>
              <a:t>Takeaways</a:t>
            </a:r>
          </a:p>
          <a:p>
            <a:r>
              <a:rPr sz="950">
                <a:solidFill>
                  <a:srgbClr val="11111A"/>
                </a:solidFill>
              </a:rPr>
              <a:t>•  Fixed: the gate's "measured" test required a positive export reading, so it treated a working register that reads exactly zero every day the same as a missing meter — but a greedy self-consumption / feed-in-limited battery is expected to leave no export at all. All 14 rejected households have a confirmed-working register (100+ daily readings, always 0.0 kWh). Admitting register presence instead of positive readings takes retention from 208/222 (93.7%) to 222/222 (100%), label-blind throughout</a:t>
            </a:r>
          </a:p>
          <a:p>
            <a:r>
              <a:rPr sz="950">
                <a:solidFill>
                  <a:srgbClr val="11111A"/>
                </a:solidFill>
              </a:rPr>
              <a:t>•  Design: reuses the PV pipeline's I/O + PU learner (Elkan–Noto); contrast is battery vs PV-without-battery, not vs the general population — 96% of GIGI battery households also have PV, so a population-wide model would just relearn “has PV”</a:t>
            </a:r>
          </a:p>
          <a:p>
            <a:r>
              <a:rPr sz="950">
                <a:solidFill>
                  <a:srgbClr val="11111A"/>
                </a:solidFill>
              </a:rPr>
              <a:t>•  Intended feature families (literature-grounded, not yet scored): zero-import / flat-interval plateaus, feed-in shaping (delayed &amp; clipped export), ramp smoothing, evening-zero → step recovery, charge/discharge energy-balance check (η≈0.80–0.95)</a:t>
            </a:r>
          </a:p>
          <a:p>
            <a:r>
              <a:rPr sz="950">
                <a:solidFill>
                  <a:srgbClr val="11111A"/>
                </a:solidFill>
              </a:rPr>
              <a:t>•  82 GIGI “no battery” households remain a held-out audit set, never used as training negatives</a:t>
            </a:r>
          </a:p>
          <a:p>
            <a:r>
              <a:rPr sz="950">
                <a:solidFill>
                  <a:srgbClr val="11111A"/>
                </a:solidFill>
              </a:rPr>
              <a:t>•  Not yet done: the full streaming pass (Step 3, 77 GB) hasn't run, and aggregation/train/evaluate/score (Steps 4–7) aren't implemented — the gate no longer blocks the pipeline, but nothing downstream of it has been built or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