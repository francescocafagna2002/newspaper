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A"/>
                </a:solidFill>
              </a:rPr>
              <a:t>EV — results &amp; takeaways</a:t>
            </a:r>
          </a:p>
          <a:p>
            <a:r>
              <a:rPr sz="1200">
                <a:solidFill>
                  <a:srgbClr val="52514E"/>
                </a:solidFill>
              </a:rPr>
              <a:t>LightGBM (E22_lgbm_total, all-net-load features) · held-out test, n=67 properties, 15 GIGI-labelled EV</a:t>
            </a:r>
          </a:p>
        </p:txBody>
      </p:sp>
      <p:pic>
        <p:nvPicPr>
          <p:cNvPr id="3" name="Picture 2" descr="fig_ev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949440" cy="25760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46304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2A78D6"/>
                </a:solidFill>
              </a:rPr>
              <a:t>Takeaways</a:t>
            </a:r>
          </a:p>
          <a:p>
            <a:r>
              <a:rPr sz="1050">
                <a:solidFill>
                  <a:srgbClr val="11111A"/>
                </a:solidFill>
              </a:rPr>
              <a:t>•  45 features: annual load aggregates + 24-hr mean hourly profile + windowed multi-meter context (heat-pump-like meters, winter-dominance) for the property</a:t>
            </a:r>
          </a:p>
          <a:p>
            <a:r>
              <a:rPr sz="1050">
                <a:solidFill>
                  <a:srgbClr val="11111A"/>
                </a:solidFill>
              </a:rPr>
              <a:t>•  Picked by validation PR-AUC among 9 candidates (dummy, 3 heuristic rules, 2 logistic, 2 gradient-boosted, LightGBM); threshold frozen on validation, refit on dev+val, test opened once</a:t>
            </a:r>
          </a:p>
          <a:p>
            <a:r>
              <a:rPr sz="1050">
                <a:solidFill>
                  <a:srgbClr val="11111A"/>
                </a:solidFill>
              </a:rPr>
              <a:t>•  Held-out test: ROC-AUC 0.67, recall 67%, precision 33% (n=67, prevalence 22% — small sample, wide CIs)</a:t>
            </a:r>
          </a:p>
          <a:p>
            <a:r>
              <a:rPr sz="1050">
                <a:solidFill>
                  <a:srgbClr val="11111A"/>
                </a:solidFill>
              </a:rPr>
              <a:t>•  Negative class is subsidy-register-unlabelled, not verified EV-absent — reported false-positive rate likely overstates the true one</a:t>
            </a:r>
          </a:p>
          <a:p>
            <a:r>
              <a:rPr sz="1050">
                <a:solidFill>
                  <a:srgbClr val="11111A"/>
                </a:solidFill>
              </a:rPr>
              <a:t>•  Post-hoc plateau-rescue / steep-slope heuristics tested on top of LightGBM and rejected (no test-set improvement); base model remains deployed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