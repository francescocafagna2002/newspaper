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PV — results &amp; takeaways</a:t>
            </a:r>
          </a:p>
          <a:p>
            <a:r>
              <a:rPr sz="1200">
                <a:solidFill>
                  <a:srgbClr val="52514E"/>
                </a:solidFill>
              </a:rPr>
              <a:t>HistGradientBoosting, Positive–Unlabeled (Elkan–Noto) · 5-fold out-of-fold; held-out GIGI positives as ground truth</a:t>
            </a:r>
          </a:p>
        </p:txBody>
      </p:sp>
      <p:pic>
        <p:nvPicPr>
          <p:cNvPr id="3" name="Picture 2" descr="fig_pv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Takeaways</a:t>
            </a:r>
          </a:p>
          <a:p>
            <a:r>
              <a:rPr sz="1050">
                <a:solidFill>
                  <a:srgbClr val="11111A"/>
                </a:solidFill>
              </a:rPr>
              <a:t>•  23 features from the grid-import load shape only (feed-in register used offline, for silver labels, never as a feature): midday depression / duck curve, weather–solar coupling, seasonality, night base load, year-on-year change-point</a:t>
            </a:r>
          </a:p>
          <a:p>
            <a:r>
              <a:rPr sz="1050">
                <a:solidFill>
                  <a:srgbClr val="11111A"/>
                </a:solidFill>
              </a:rPr>
              <a:t>•  No confirmed non-PV households exist, so the model is trained Positive–Unlabeled with Elkan–Noto correction and calibrated to the 12% ElPA canton base rate rather than fit as ordinary binary classification</a:t>
            </a:r>
          </a:p>
          <a:p>
            <a:r>
              <a:rPr sz="1050">
                <a:solidFill>
                  <a:srgbClr val="11111A"/>
                </a:solidFill>
              </a:rPr>
              <a:t>•  ROC-AUC 0.92 (GIGI vs rest), recall 92% on held-out known PV, flags 7% of the unlabelled population at threshold 0.5</a:t>
            </a:r>
          </a:p>
          <a:p>
            <a:r>
              <a:rPr sz="1050">
                <a:solidFill>
                  <a:srgbClr val="11111A"/>
                </a:solidFill>
              </a:rPr>
              <a:t>•  Confusion matrix (right): GIGI-confirmed PV vs strictly unlabelled households; ~6.2k silver feed-in-derived positives excluded from both classes so they don't skew the negative pool</a:t>
            </a:r>
          </a:p>
          <a:p>
            <a:r>
              <a:rPr sz="1050">
                <a:solidFill>
                  <a:srgbClr val="11111A"/>
                </a:solidFill>
              </a:rPr>
              <a:t>•  Weak spots: geographic agreement with the PV register modest (ρ≈0.1); change-point feature does not track install dates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